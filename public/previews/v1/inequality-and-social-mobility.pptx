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Inequality and Social Mobility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nuanced policy analysis that separates causal hypotheses from evidence, weighs distributional trade-offs and specifies what would justify revision.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  •   Ages Adults (20-23)   •   90 min   •   Writing   •   + Critical Thinking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Inequality and Social Mobility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6F5F1"/>
          </a:solidFill>
          <a:ln w="12700">
            <a:solidFill>
              <a:srgbClr val="F6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9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causal claims, distinguish outcomes from mechanisms, and defend a conditional policy judgment.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3EF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already know about this topic?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Today’s goal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6F5F1"/>
          </a:solidFill>
          <a:ln w="12700">
            <a:solidFill>
              <a:srgbClr val="F6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9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nuanced policy analysis that separates causal hypotheses from evidence, weighs distributional trade-offs and specifies what would justify revision.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3EF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goal in your own words.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Inequality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6F5F1"/>
          </a:solidFill>
          <a:ln w="12700">
            <a:solidFill>
              <a:srgbClr val="F6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C12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Inequality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7589520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17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uneven distribution of resources, conditions or outcomes.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"Inequality can persist even when a formal rule is equal."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3EF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in a new example.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6F5F1"/>
          </a:solidFill>
          <a:ln w="12700">
            <a:solidFill>
              <a:srgbClr val="F6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C12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Mobility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7589520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17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between social or economic positions.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mobility measure needs a defined comparison and period."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3EF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in a new example.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6F5F1"/>
          </a:solidFill>
          <a:ln w="12700">
            <a:solidFill>
              <a:srgbClr val="F6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C12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Systemic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7589520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17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Arising from the organization of connected institutions or practices.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systemic barrier may persist without an explicit exclusion rule."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3EF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in a new example.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6F5F1"/>
          </a:solidFill>
          <a:ln w="12700">
            <a:solidFill>
              <a:srgbClr val="F6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C12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7589520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17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chance to pursue an outcome.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"Opportunity depends partly on whether access is usable."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3EF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in a new example.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6F5F1"/>
          </a:solidFill>
          <a:ln w="12700">
            <a:solidFill>
              <a:srgbClr val="F6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C12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7589520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17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organized course of action adopted by an institution.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policy can have different effects on different groups."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3EF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in a new example.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and notice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6F5F1"/>
          </a:solidFill>
          <a:ln w="12700">
            <a:solidFill>
              <a:srgbClr val="F6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9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Eligibility, Unequal Access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3EF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case not establish the cause of different participation rates?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Listen for details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6F5F1"/>
          </a:solidFill>
          <a:ln w="12700">
            <a:solidFill>
              <a:srgbClr val="F6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9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Evaluation Adviser’s Caution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3EF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once for the situation, then again for details.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Useful language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6F5F1"/>
          </a:solidFill>
          <a:ln w="12700">
            <a:solidFill>
              <a:srgbClr val="F6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observed association is consistent with ___, but cannot by itself establish ___ .</a:t>
            </a:r>
            <a:endParaRPr lang="en-US" sz="1900" dirty="0"/>
          </a:p>
          <a:p>
            <a:pPr algn="just"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policy’s merits depend partly on how ___ is distributed and measured.</a:t>
            </a:r>
            <a:endParaRPr lang="en-US" sz="1900" dirty="0"/>
          </a:p>
          <a:p>
            <a:pPr algn="just"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___, it would not follow that ___; an alternative explanation is ___ 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3EF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one frame to the situation.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policy hearing with a written dissent ·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6F5F1"/>
          </a:solidFill>
          <a:ln w="12700">
            <a:solidFill>
              <a:srgbClr val="F6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9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group: Recommend a limited package using the fictional case only. State whose access improves and who may remain excluded.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3EF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your choice and explain your reason.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policy hearing with a written dissent ·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6F5F1"/>
          </a:solidFill>
          <a:ln w="12700">
            <a:solidFill>
              <a:srgbClr val="F6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9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group: Test the causal assumptions and administrative trade-offs. Do not treat a plausible mechanism as a measured effect.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3EF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your choice and explain your reason.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policy hearing with a written dissent ·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6F5F1"/>
          </a:solidFill>
          <a:ln w="12700">
            <a:solidFill>
              <a:srgbClr val="F6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9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task: Write a joint recommendation and a short dissent that accurately represents the strongest unresolved objection.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3EF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your choice and explain your reason.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final response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6F5F1"/>
          </a:solidFill>
          <a:ln w="12700">
            <a:solidFill>
              <a:srgbClr val="F6F5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9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your choice. Give evidence. Recognize a limitation.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3EF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0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make you change your response?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Inequality and Social Mobility — C2</dc:title>
  <dc:subject>PptxGenJS Presentation</dc:subject>
  <dc:creator>TeacherFlow</dc:creator>
  <cp:lastModifiedBy>TeacherFlow</cp:lastModifiedBy>
  <cp:revision>1</cp:revision>
  <dcterms:created xsi:type="dcterms:W3CDTF">2026-09-23T16:28:38Z</dcterms:created>
  <dcterms:modified xsi:type="dcterms:W3CDTF">2026-09-23T16:28:38Z</dcterms:modified>
</cp:coreProperties>
</file>