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of Work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an evidence-linked proposal for adapting to workplace change, with prioritized skills, a resource trade-off and a measurable review plan.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  •   Ages 16-18   •   75 min   •   Speaking   •   + Writing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of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tasks from jobs, question assumptions, and defend a realistic training proposal.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already know about this topic?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Today’s goal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an evidence-linked proposal for adapting to workplace change, with prioritized skills, a resource trade-off and a measurable review plan.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goal in your own words.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work or the condition of having a job.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"Employment involves more than completing isolated tasks."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system to carry out tasks with less direct human action.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"Automation can change part of a role."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Adaptability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Adaptability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respond effectively to changed conditions.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"Adaptability includes revising an unsuccessful approach."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Qualification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Qualification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recognized achievement or evidence of competence.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qualification should demonstrate relevant learning."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Workforce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Workforce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who work in an organization or economy.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workforce needs time to learn new processes."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and notice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Training Plan for Northbridge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not yet been tested?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Listen for details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Representative’s Proposal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once for the situation, then again for details.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Useful language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supports ___, but does not establish ___ .</a:t>
            </a:r>
            <a:endParaRPr lang="en-US" sz="2000" dirty="0"/>
          </a:p>
          <a:p>
            <a:pPr algn="just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prioritize ___ over ___ because the immediate constraint is ___ .</a:t>
            </a:r>
            <a:endParaRPr lang="en-US" sz="2000" dirty="0"/>
          </a:p>
          <a:p>
            <a:pPr algn="just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would revise this proposal if ___ 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one frame to the situation.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Pitch a six-week training pilot ·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constraint: Twelve employees; two paid training afternoons; a six-week pilot.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your choice and explain your reason.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Pitch a six-week training pilot ·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A one-page proposal with two skills, a schedule, an assessment and a review rule.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your choice and explain your reason.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Pitch a six-week training pilot · 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panel: Question one assumption, one resource trade-off and the difference between task speed and overall service quality.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your choice and explain your reason.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final response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your choice. Give evidence. Recognize a limitation.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make you change your response?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 of Work — C1</dc:title>
  <dc:subject>PptxGenJS Presentation</dc:subject>
  <dc:creator>TeacherFlow</dc:creator>
  <cp:lastModifiedBy>TeacherFlow</cp:lastModifiedBy>
  <cp:revision>1</cp:revision>
  <dcterms:created xsi:type="dcterms:W3CDTF">2026-09-23T16:28:38Z</dcterms:created>
  <dcterms:modified xsi:type="dcterms:W3CDTF">2026-09-23T16:28:38Z</dcterms:modified>
</cp:coreProperties>
</file>