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Teen Life and Free Time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free-time activities and explain a preference with at least two reasons, then respond to a different view.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  •   Ages 13-15   •   60 min   •   Speaking   •   + Vocabulary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Teen Life and Free Time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hobbies, explain a preference, and negotiate a club choice.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free-time activities and explain a preference with at least two reasons, then respond to a different view.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Hobby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Hobby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you enjoy in your free time.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"Drawing is my favorite hobby."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Relax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calmer after effort or stress.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read to relax."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something to improve.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practice guitar twice a week."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one choice more than another.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prefer chess to running."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difficult that tests your ability.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"Learning a new song is a challenge."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Spend Friday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art members not need to buy supplies?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New Hobby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prefer ___ to ___ because ___.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activities ___, but only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see your point; however, ___ 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our Friday club ·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1: Art. Shared supplies; quiet room; individual or paired work.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our Friday club ·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2: Running. Small groups; personal pace; covered space if it rains.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our Friday club ·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Choose a club trial for your group. Give two reasons and one reason another group might choose differently.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choice. Give evidence. Recognize a limitation.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change your response?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Teen Life and Free Time — B1</dc:title>
  <dc:subject>PptxGenJS Presentation</dc:subject>
  <dc:creator>TeacherFlow</dc:creator>
  <cp:lastModifiedBy>TeacherFlow</cp:lastModifiedBy>
  <cp:revision>1</cp:revision>
  <dcterms:created xsi:type="dcterms:W3CDTF">2026-09-23T16:28:37Z</dcterms:created>
  <dcterms:modified xsi:type="dcterms:W3CDTF">2026-09-23T16:28:37Z</dcterms:modified>
</cp:coreProperties>
</file>