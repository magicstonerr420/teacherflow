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Toys and Play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AF2F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Ask for a specific toy politely and answer a partner using want, have and What is it?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8D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A2   •   Ages 8-9   •   45 min   •   Speaking   •   + Grammar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Toys and Play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Look. Listen. Speak.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What do you already know about this topic?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Today’s goal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Ask for a toy. Use please and thank you.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Try one sentence.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475988" cy="258318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3927348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3927348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22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round toy you can roll.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3927348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"I have a ball."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5564" y="1234440"/>
            <a:ext cx="2583180" cy="25831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Say the word.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Doll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475988" cy="258318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3927348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Doll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3927348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22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toy that looks like a person.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3927348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"I want the doll, please."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5564" y="1234440"/>
            <a:ext cx="2583180" cy="25831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Say the word.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475988" cy="258318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3927348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3927348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22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small toy vehicle with wheels.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3927348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"Do you have a toy car?"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5564" y="1234440"/>
            <a:ext cx="2583180" cy="25831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Say the word.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475988" cy="258318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3927348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3927348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22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toy vehicle that runs on tracks.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3927348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"It is a train."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5564" y="1234440"/>
            <a:ext cx="2583180" cy="25831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Say the word.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Teddy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475988" cy="258318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3927348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Teddy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3927348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22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soft toy bear.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3927348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"Can I have the teddy, please?"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5564" y="1234440"/>
            <a:ext cx="2583180" cy="25831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Say the word.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and notice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Toy Swap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Who has the train at the start?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Listen for details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Sam’s Play Table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Listen. Then answer.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Useful language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What is it?</a:t>
            </a:r>
            <a:endParaRPr lang="en-US" sz="2400" dirty="0"/>
          </a:p>
          <a:p>
            <a:pPr algn="just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It is a ___.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Say a sentence.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Useful language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have a ___.</a:t>
            </a:r>
            <a:endParaRPr lang="en-US" sz="2400" dirty="0"/>
          </a:p>
          <a:p>
            <a:pPr algn="just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 you want it?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Say a sentence.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Useful language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want the ___, please.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Say a sentence.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toy lending table · 1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Partner A: You have the ball and car. Ask for the teddy.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Take turns.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toy lending table · 2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Partner B: You have the doll and teddy. Ask for the car.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Take turns.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toy lending table · 3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Shared toy: The train belongs to the class. Ask before taking it.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Take turns.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B4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final response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203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Ask for a toy politely.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Say it by yourself.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64008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Ball</a:t>
            </a:r>
            <a:endParaRPr lang="en-US" sz="4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64008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Doll</a:t>
            </a:r>
            <a:endParaRPr lang="en-US" sz="4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64008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Car</a:t>
            </a:r>
            <a:endParaRPr lang="en-US" sz="4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64008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Train</a:t>
            </a:r>
            <a:endParaRPr lang="en-US" sz="4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64008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4F6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Teddy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Toys and Play — A2</dc:title>
  <dc:subject>PptxGenJS Presentation</dc:subject>
  <dc:creator>TeacherFlow</dc:creator>
  <cp:lastModifiedBy>TeacherFlow</cp:lastModifiedBy>
  <cp:revision>1</cp:revision>
  <dcterms:created xsi:type="dcterms:W3CDTF">2026-09-23T16:28:36Z</dcterms:created>
  <dcterms:modified xsi:type="dcterms:W3CDTF">2026-09-23T16:28:36Z</dcterms:modified>
</cp:coreProperties>
</file>