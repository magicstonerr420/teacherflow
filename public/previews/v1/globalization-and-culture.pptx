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Globalization and Culture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balanced argument about cultural exchange, distinguishing wider access from local control and addressing a counterargument.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  •   Ages 16-18   •   75 min   •   Writing   •   + Speaking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Globalization and Culture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access from control and write a qualified argument about cultural exchange.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Today’s goal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balanced argument about cultural exchange, distinguishing wider access from local control and addressing a counterargument.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goal in your own 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and discuss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7370" cy="340614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4008730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online sharing affect this festival?</a:t>
            </a:r>
            <a:endParaRPr lang="en-US" sz="2000" dirty="0"/>
          </a:p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 opportunity and a risk for the artists.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610" y="1835353"/>
            <a:ext cx="3306470" cy="22043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Globalization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Globalization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connections between places and societies.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"Globalization can widen an artist’s audience."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sense of who a person or community is.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"Identity can change without disappearing."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Traditions and practices passed between generations.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festival celebrates local heritage."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of different experiences and forms of expression.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diverse program includes more than one viewpoint."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in a shared setting while negotiating differences.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 need not require identical tastes."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and notice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Shapes the Festival?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concrete benefits does the distributor offer?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Listen for details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Curator’s Conditional Support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once for the situation, then again for details.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wider access may ___, it does not necessarily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distinction is between ___ and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compromise would ___, provided that ___ 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one frame to the situation.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Negotiate the festival agreement ·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 group: Seek payment and review rights. Some pieces require long storytelling sequences.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Negotiate the festival agreement ·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Distributor: Offer translation and promotion, but explain the need for clear schedules and manageable costs.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Negotiate the festival agreement ·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committee: Propose selection rules that include established traditions and new collaborations.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final response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choice. Give evidence. Recognize a limitation.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you change your response?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Globalization and Culture — C1</dc:title>
  <dc:subject>PptxGenJS Presentation</dc:subject>
  <dc:creator>TeacherFlow</dc:creator>
  <cp:lastModifiedBy>TeacherFlow</cp:lastModifiedBy>
  <cp:revision>1</cp:revision>
  <dcterms:created xsi:type="dcterms:W3CDTF">2026-09-23T18:09:14Z</dcterms:created>
  <dcterms:modified xsi:type="dcterms:W3CDTF">2026-09-23T18:09:14Z</dcterms:modified>
</cp:coreProperties>
</file>