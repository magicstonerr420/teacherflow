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2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Globalization and Culture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6517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balanced argument about cultural exchange, distinguishing wider access from local control and addressing a counterargument.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  •   Ages 16-18   •   75 min   •   Writing   •   + Speaking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Globalization and Culture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access from control and write a qualified argument about cultural exchange.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already know about this topic?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Today’s goal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balanced argument about cultural exchange, distinguishing wider access from local control and addressing a counterargument.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goal in your own words.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Globalization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Globalization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connections between places and societies.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"Globalization can widen an artist’s audience."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sense of who a person or community is.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"Identity can change without disappearing."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Heritage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Heritage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Traditions and practices passed between generations.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festival celebrates local heritage."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Diversity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presence of different experiences and forms of expression.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diverse program includes more than one viewpoint."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758952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D628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7589520" cy="8458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just" indent="0" marL="0">
              <a:buNone/>
            </a:pPr>
            <a:r>
              <a:rPr lang="en-US" sz="18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in a shared setting while negotiating differences.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304038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i="1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"Integration need not require identical tastes."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in a new example.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and notice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Shapes the Festival?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concrete benefits does the distributor offer?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Listen for details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Curator’s Conditional Support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once for the situation, then again for details.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language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wider access may ___, it does not necessarily ___ .</a:t>
            </a:r>
            <a:endParaRPr lang="en-US" sz="20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relevant distinction is between ___ and ___ .</a:t>
            </a:r>
            <a:endParaRPr lang="en-US" sz="2000" dirty="0"/>
          </a:p>
          <a:p>
            <a:pPr algn="just"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defensible compromise would ___, provided that ___ 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one frame to the situation.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Negotiate the festival agreement ·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Performer group: Seek payment and review rights. Some pieces require long storytelling sequences.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Negotiate the festival agreement · 2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Distributor: Offer translation and promotion, but explain the need for clear schedules and manageable costs.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Negotiate the festival agreement ·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committee: Propose selection rules that include established traditions and new collaborations.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your choice and explain your reason.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2563C9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47472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232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final response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8138160" cy="258318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35608"/>
            <a:ext cx="7589520" cy="2180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just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your choice. Give evidence. Recognize a limitation.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973068"/>
            <a:ext cx="8138160" cy="731520"/>
          </a:xfrm>
          <a:prstGeom prst="roundRect">
            <a:avLst>
              <a:gd name="adj" fmla="val 10000"/>
            </a:avLst>
          </a:prstGeom>
          <a:solidFill>
            <a:srgbClr val="E4EEFC"/>
          </a:solidFill>
          <a:ln w="12700">
            <a:solidFill>
              <a:srgbClr val="2563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027932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just" indent="0" marL="0">
              <a:buNone/>
            </a:pPr>
            <a:r>
              <a:rPr lang="en-US" sz="1500" b="1" dirty="0">
                <a:solidFill>
                  <a:srgbClr val="12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make you change your response?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458200" y="47320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0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Globalization and Culture — C1</dc:title>
  <dc:subject>PptxGenJS Presentation</dc:subject>
  <dc:creator>TeacherFlow</dc:creator>
  <cp:lastModifiedBy>TeacherFlow</cp:lastModifiedBy>
  <cp:revision>1</cp:revision>
  <dcterms:created xsi:type="dcterms:W3CDTF">2026-09-23T16:28:37Z</dcterms:created>
  <dcterms:modified xsi:type="dcterms:W3CDTF">2026-09-23T16:28:37Z</dcterms:modified>
</cp:coreProperties>
</file>