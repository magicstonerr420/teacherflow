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Solving Everyday Problems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practical problem, evaluate two solutions against explicit criteria, and justify a group decision while acknowledging a drawback.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  •   Ages 13-15   •   60 min   •   Mixed   •   + Critical Thinking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Solving Everyday Problems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competing solutions against time, fairness, cost, and likely consequences.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already know about this topic?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Today’s goal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practical problem, evaluate two solutions against explicit criteria, and justify a group decision while acknowledging a drawback.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goal in your own 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to address a problem.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solution is to divide the work."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choice made after consideration.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decision needs a clear reason."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of an action or choice.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possible consequence is extra work."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accept an opinion.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agree that fairness matters."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different opinion.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disagree because the plan excludes one person."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and notice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Deadline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original plan no longer feasible?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Listen for details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Way to Rehearse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once for the situation, then again for details.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___, the likely consequence is ___ 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agree about ___, but we also need to consider ___ 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balance, ___ is more feasible because ___ 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one frame to the situation.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decision meeting ·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Four students, one lunch meeting, Friday deadline, delayed printed map. Supplies: paper, markers, research notes.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decision meeting ·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A: Draw a simple map with three locations. Option B: Create three information panels and a shared sketch.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decision meeting ·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Roles: Facilitator, timekeeper, evidence checker and inclusion checker. Compare time, clarity and participation.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final response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choice. Give evidence. Recognize a limitation.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you change your response?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Everyday Problems — B2</dc:title>
  <dc:subject>PptxGenJS Presentation</dc:subject>
  <dc:creator>TeacherFlow</dc:creator>
  <cp:lastModifiedBy>TeacherFlow</cp:lastModifiedBy>
  <cp:revision>1</cp:revision>
  <dcterms:created xsi:type="dcterms:W3CDTF">2026-09-23T16:28:37Z</dcterms:created>
  <dcterms:modified xsi:type="dcterms:W3CDTF">2026-09-23T16:28:37Z</dcterms:modified>
</cp:coreProperties>
</file>