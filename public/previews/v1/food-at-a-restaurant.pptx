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at a Restaurant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 meal and a drink politely, respond to an unavailable item, and ask a server for the bill.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  •   Ages Adults (20-23)   •   60 min   •   Speaking   •   + Listening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at a Restaurant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menu, make an order, handle one unavailable item, and ask for the bill.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Today’s goal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 meal and a drink politely, respond to an unavailable item, and ask a server for the bill.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and discuss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7370" cy="340614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4008730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food and drink can you see?</a:t>
            </a:r>
            <a:endParaRPr lang="en-US" sz="1900" dirty="0"/>
          </a:p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them politely.</a:t>
            </a:r>
            <a:endParaRPr lang="en-US" sz="1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610" y="1835353"/>
            <a:ext cx="3306470" cy="22043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Menu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food and drinks.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see the menu, please?"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food or drinks.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would like to order."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drink.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"Still water, please."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Chicken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Chicken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meat.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would like the chicken."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of what you need to pay.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have the bill, please?"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and notice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at Cedar Café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food is unavailable?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 for details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Changed Order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language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like ___, please.</a:t>
            </a:r>
            <a:endParaRPr lang="en-US" sz="19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have ___?</a:t>
            </a:r>
            <a:endParaRPr lang="en-US" sz="19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I have the bill, please?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Cedar Café role-play ·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Menu: Chicken with rice $12; vegetable soup $6; bean sandwich $7; water $2; orange juice $3. Prices include all charges for this fictional activity.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Cedar Café role-play ·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You have $15. Order food and a drink. Ask for the bill and check it.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Cedar Café role-play ·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Soup is unavailable. Offer another dish. Repeat the order and calculate the total.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final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food and a drink. Ask for the bill.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total. Thank the server.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at a Restaurant — A2</dc:title>
  <dc:subject>PptxGenJS Presentation</dc:subject>
  <dc:creator>TeacherFlow</dc:creator>
  <cp:lastModifiedBy>TeacherFlow</cp:lastModifiedBy>
  <cp:revision>1</cp:revision>
  <dcterms:created xsi:type="dcterms:W3CDTF">2026-09-23T18:09:13Z</dcterms:created>
  <dcterms:modified xsi:type="dcterms:W3CDTF">2026-09-23T18:09:13Z</dcterms:modified>
</cp:coreProperties>
</file>