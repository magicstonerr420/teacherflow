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Weather and Clothes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sun and rain and name a shirt, shoes and a hat; choose a sun hat for shade and shoes to cover feet.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A1   •   Ages 5-7   •   45 min   •   Listening   •   + Vocabulary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Weather and Clothes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Listen.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40487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Speak.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 you already know about this topic?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the pictures.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clothes for a walk.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one sentence.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and discuss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Point to the sun.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two things the child wears.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440180"/>
            <a:ext cx="3291840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bright light in the sky.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see the </a:t>
            </a:r>
            <a:r>
              <a:rPr lang="en-US" sz="1800" b="1" dirty="0">
                <a:solidFill>
                  <a:srgbClr val="D6282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</a:t>
            </a: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2140" y="1234440"/>
            <a:ext cx="2606040" cy="2606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Water that falls from clouds.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see the </a:t>
            </a:r>
            <a:r>
              <a:rPr lang="en-US" sz="1800" b="1" dirty="0">
                <a:solidFill>
                  <a:srgbClr val="D6282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rain</a:t>
            </a: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2140" y="1234440"/>
            <a:ext cx="2606040" cy="2606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Shirt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Clothes for the top of your body.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My </a:t>
            </a:r>
            <a:r>
              <a:rPr lang="en-US" sz="1800" b="1" dirty="0">
                <a:solidFill>
                  <a:srgbClr val="D6282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shirt</a:t>
            </a: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blue.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2140" y="1234440"/>
            <a:ext cx="2606040" cy="2606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Clothes for your feet.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11096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My </a:t>
            </a:r>
            <a:r>
              <a:rPr lang="en-US" sz="1800" b="1" dirty="0">
                <a:solidFill>
                  <a:srgbClr val="D6282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shoes</a:t>
            </a: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are brown.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2140" y="1234440"/>
            <a:ext cx="2606040" cy="2606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3712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0050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Something you wear on your head.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My </a:t>
            </a:r>
            <a:r>
              <a:rPr lang="en-US" sz="1800" b="1" dirty="0">
                <a:solidFill>
                  <a:srgbClr val="D6282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hat</a:t>
            </a: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yellow.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2140" y="1234440"/>
            <a:ext cx="2606040" cy="2606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the word.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Mia Gets Ready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Mia see first?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Walk with Leo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Listen. Then answer.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see the ___.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wear a ___.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wear shoes on my feet.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a sentence.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for a walk · 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sunny walk: choose a picture that shades your head.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for a walk · 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Getting dressed: choose a picture for your feet.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for a walk · 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Rain starts: decide where to wait safely.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turns.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4F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606040"/>
          </a:xfrm>
          <a:prstGeom prst="rect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03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two things you wear.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4069080"/>
            <a:ext cx="8138160" cy="6858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3308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buNone/>
            </a:pPr>
            <a:r>
              <a:rPr lang="en-US" sz="12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by yourself.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</a:t>
            </a:r>
            <a:endParaRPr lang="en-US" sz="4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Rain</a:t>
            </a:r>
            <a:endParaRPr lang="en-US" sz="4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Shirt</a:t>
            </a:r>
            <a:endParaRPr lang="en-US" sz="4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Shoes</a:t>
            </a:r>
            <a:endParaRPr lang="en-US" sz="4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6400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4F6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Hat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Weather and Clothes — A1</dc:title>
  <dc:subject>PptxGenJS Presentation</dc:subject>
  <dc:creator>TeacherFlow</dc:creator>
  <cp:lastModifiedBy>TeacherFlow</cp:lastModifiedBy>
  <cp:revision>1</cp:revision>
  <dcterms:created xsi:type="dcterms:W3CDTF">2026-09-23T18:09:10Z</dcterms:created>
  <dcterms:modified xsi:type="dcterms:W3CDTF">2026-09-23T18:09:10Z</dcterms:modified>
</cp:coreProperties>
</file>